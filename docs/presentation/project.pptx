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코드 수정·학습 실행·결과 해석 사이의 수작업을 줄이고, 연구자가 가설과 최종 판단에 집중할 수 있는 실험 환경을 구성했습니다.</a:t>
            </a:r>
          </a:p>
          <a:p>
            <a:r>
              <a:t>구조 설명용입니다. 수치는 최종 발표 기준이며 현재 실측 처리량이 아닙니다. 컨테이너 개수는 자료별 차이가 있어 일반화하지 않았습니다.</a:t>
            </a:r>
          </a:p>
          <a:p>
            <a:r>
              <a:t>출처: Auto Research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추천 노출에 대한 반응을 다시 수집해 다음 학습에 활용합니다.</a:t>
            </a:r>
          </a:p>
          <a:p>
            <a:r>
              <a:t>모델의 지표 기반 자동 승격과 가설 실험의 사람 최종 판단은 별도 절차입니다.</a:t>
            </a:r>
          </a:p>
          <a:p>
            <a:r>
              <a:t>구조 설명용입니다. 수치는 최종 발표 기준이며 현재 실측 처리량이 아닙니다. 컨테이너 개수는 자료별 차이가 있어 일반화하지 않았습니다.</a:t>
            </a:r>
          </a:p>
          <a:p>
            <a:r>
              <a:t>출처: Auto Research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설명용입니다. 수치는 최종 발표 기준이며 현재 실측 처리량이 아닙니다. 컨테이너 개수는 자료별 차이가 있어 일반화하지 않았습니다.</a:t>
            </a:r>
          </a:p>
          <a:p>
            <a:r>
              <a:t>출처: Auto Research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Auto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2026.06–08 · 5인 팀 | 담당: 클라우드 인프라 · 배포 · 관측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84020"/>
            <a:ext cx="1121664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400" b="1">
                <a:solidFill>
                  <a:srgbClr val="152F48"/>
                </a:solidFill>
                <a:latin typeface="Apple SD Gothic Neo"/>
              </a:defRPr>
            </a:pPr>
            <a:r>
              <a:t>가설 한 줄에서, 검토 가능한 실험 결과까지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0858500" cy="666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코드 수정·학습 실행·결과 해석 사이의 수작업을 줄이고, 연구자가 가설과 최종 판단에 집중할 수 있는 실험 환경을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구성했습니다.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6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반복 가능한 실험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가상 사용자 반응과 CTR 학습·추천을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연결합니다.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006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294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검토 가능한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294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동일 조건의 기준·후보 모델 비교,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코드·지표·리포트를 남깁니다.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격리된 실행 환경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GKE Job으로 실험을 분리하고 실행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자원을 관리합니다.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680" y="5410200"/>
            <a:ext cx="11216640" cy="68580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" y="5524500"/>
            <a:ext cx="12954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1">
                <a:solidFill>
                  <a:srgbClr val="087F83"/>
                </a:solidFill>
                <a:latin typeface="Apple SD Gothic Neo"/>
              </a:defRPr>
            </a:pPr>
            <a:r>
              <a:t>기술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899" y="5585460"/>
            <a:ext cx="96012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152F48"/>
                </a:solidFill>
                <a:latin typeface="Apple SD Gothic Neo"/>
              </a:defRPr>
            </a:pPr>
            <a:r>
              <a:t>Terraform · GKE · GitHub Actions · ArgoCD · Airflow · Feast · MLflow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Auto Research · 공개 코드 및 검증 기록 · 2026.09.15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1 /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데이터 순환과 가설 검증, 두 개의 루프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Auto Research | 구조와 설계 판단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306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데이터 피드백 루프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8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가상 사용자 반응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Persona · 영상 ·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20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96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로그·피처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96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Airflow · BigQuery · Feast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408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44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984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학습·자동 승격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84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MLflow · 지표 게이트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732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서빙·추천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Online 피처 · Top-K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565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추천 노출에 대한 반응을 다시 수집해 다음 학습에 활용합니다.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" y="33451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가설 기반 실험 루프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768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가설 등록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Workbench · 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420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996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격리 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996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Launcher · GKE Job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408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744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984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수정·평가·리뷰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984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실행 Agent · 독립 리뷰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732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결과·최종 판단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리포트 · PR · 연구자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6710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모델의 지표 기반 자동 승격과 가설 실험의 사람 최종 판단은 별도 절차입니다.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68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4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구축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840" y="5623560"/>
            <a:ext cx="331470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초기 Terraform 리소스 25개 · 1주일 내 개발 기반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구성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006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2722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관측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7220" y="5623560"/>
            <a:ext cx="33147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8개 이슈로 분해 · 1.5일 내 관측 환경 배포·검증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복구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623560"/>
            <a:ext cx="331470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tfvars·NetworkPolicy 불일치 진단 · 누락 KSA를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IaC 편입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Auto Research · 공개 코드 및 검증 기록 · 2026.09.15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2 /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실행 상태와 실험 근거를 함께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Auto Research | 발표용 운영 화면 · 실시간 연동 없음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8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32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약 7,000명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가상 사용자 · 발표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520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일 200편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20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영상 후보 · 발표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44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약 140만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사용자×영상 조합/일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732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496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2개 역할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496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실행 Agent · 독립 리뷰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" y="2880360"/>
            <a:ext cx="411480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560" y="3032760"/>
            <a:ext cx="37566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처리 상태를 읽는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9758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등록·실행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5666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CREATED → RUNNING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6699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평가·통과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3578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EVALUATING → PASSED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5582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분기·판단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1490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FAILED / ERROR · 사람의 승격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5360" y="2880360"/>
            <a:ext cx="691896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8240" y="3032760"/>
            <a:ext cx="65379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결과 · 근거 · 운영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8240" y="351282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비교 지표: ROC-AUC · LogLoss · Brier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8240" y="392430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근거: 데이터 이력 · 코드 변경 · 실행 로그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8240" y="433578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산출물: metrics · report · dev PR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8240" y="474726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연구자 판단: 반영 · 폐기 · 다음 가설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7680" y="5532120"/>
            <a:ext cx="11216640" cy="716280"/>
          </a:xfrm>
          <a:prstGeom prst="roundRect">
            <a:avLst>
              <a:gd name="adj" fmla="val 6000"/>
            </a:avLst>
          </a:prstGeom>
          <a:solidFill>
            <a:srgbClr val="F7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638800"/>
            <a:ext cx="108966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775E35"/>
                </a:solidFill>
                <a:latin typeface="Apple SD Gothic Neo"/>
              </a:defRPr>
            </a:pPr>
            <a:r>
              <a:t>구조 설명용입니다. 수치는 최종 발표 기준이며 현재 실측 처리량이 아닙니다. 컨테이너 개수는 자료별 차이가 있어 일반화하지 않았습니다.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Auto Research · 공개 코드 및 검증 기록 · 2026.09.15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